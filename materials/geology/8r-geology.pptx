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</p:sldIdLst>
  <p:sldSz cx="9144000" cy="5143500" type="screen16x9"/>
  <p:notesSz cx="6858000" cy="9144000"/>
  <p:embeddedFontLst>
    <p:embeddedFont>
      <p:font typeface="Nunito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167e4d3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4167e4d3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4167e4d3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4167e4d3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4167e4d3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4167e4d3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4167e4d3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4167e4d3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4167e4d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4167e4d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vFdKwaWawXw?feature=oembed" TargetMode="Externa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rok-video-c68976d9-075e-45d1-abd2-e3740e487eb7">
            <a:hlinkClick r:id="" action="ppaction://media"/>
            <a:extLst>
              <a:ext uri="{FF2B5EF4-FFF2-40B4-BE49-F238E27FC236}">
                <a16:creationId xmlns:a16="http://schemas.microsoft.com/office/drawing/2014/main" id="{E9E8FA18-C511-2C53-488C-BD85EAA6AD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49212"/>
            <a:ext cx="9120039" cy="5045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542" y="123372"/>
            <a:ext cx="8802915" cy="489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9FF0F-41BA-688F-F78D-5237BDDB1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343" y="3940863"/>
            <a:ext cx="1175657" cy="117565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DCE677-4CA9-A80A-E4EC-8B428CEB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nline Media 6" title="Монголын газар доорх баялаг хэрхэн бvрэлдсэнийг бид хамтдаа нээх аялалд гарцгаая.">
            <a:hlinkClick r:id="" action="ppaction://media"/>
            <a:extLst>
              <a:ext uri="{FF2B5EF4-FFF2-40B4-BE49-F238E27FC236}">
                <a16:creationId xmlns:a16="http://schemas.microsoft.com/office/drawing/2014/main" id="{2B00BCA7-0A91-CAF1-B600-4F4332165E9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-131718" y="798312"/>
            <a:ext cx="5694560" cy="4270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635450" y="642950"/>
            <a:ext cx="79992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ЗОРИЛГО.</a:t>
            </a:r>
            <a:r>
              <a:rPr lang="en-GB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Монгол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орны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гадарга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геологийн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цаг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хугацаанд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хэрхэн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өөрчлөгдөж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байсныг</a:t>
            </a:r>
            <a:r>
              <a:rPr lang="en-GB" sz="2777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777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тайлбарлах</a:t>
            </a:r>
            <a:endParaRPr sz="2777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463550" y="1749350"/>
            <a:ext cx="8298300" cy="29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ЗОРИЛТ. </a:t>
            </a:r>
            <a:r>
              <a:rPr lang="en-GB" sz="19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GB" sz="1900" dirty="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Геологийн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цаг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хугацаа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болох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Эрин,галавын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ялгааг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мэдэх</a:t>
            </a:r>
            <a:endParaRPr sz="1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❖"/>
            </a:pP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Геологийн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цаг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хугацаанд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Монгол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орны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гадарга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хэрхэн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өөрчлөгдөж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байсныг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Геологийн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цаг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тооллын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хүснэгт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ашиглан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тодорхойлох</a:t>
            </a:r>
            <a:endParaRPr sz="1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❖"/>
            </a:pP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Монгол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оронд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Үлэг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гүрвэл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амьдарч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байсныг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баримтад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тулгуурлан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тайлбарлах</a:t>
            </a:r>
            <a:r>
              <a:rPr lang="en-GB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16"/>
            <a:ext cx="9144002" cy="503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80B0-95E2-9FED-43DB-AA976563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F6640-69F2-F5C8-BECC-80D964F59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1B0BC-F914-16E6-5B64-A057BF98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44"/>
            <a:ext cx="9144000" cy="47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7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16"/>
            <a:ext cx="9144002" cy="503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16"/>
            <a:ext cx="9144002" cy="503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C7C9-BFB0-CCEE-A26F-BA8623F1A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446457"/>
            <a:ext cx="7505700" cy="954600"/>
          </a:xfrm>
        </p:spPr>
        <p:txBody>
          <a:bodyPr/>
          <a:lstStyle/>
          <a:p>
            <a:pPr algn="ctr"/>
            <a:r>
              <a:rPr lang="mn-MN" b="1"/>
              <a:t>ГЭРИЙН ДААЛГАВАР: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5584D-2676-5A99-B827-B258ACB2E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78858-0DF3-8C8F-282C-5032ACDD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032272"/>
            <a:ext cx="7308850" cy="411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38453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</Words>
  <Application>Microsoft Office PowerPoint</Application>
  <PresentationFormat>On-screen Show (16:9)</PresentationFormat>
  <Paragraphs>6</Paragraphs>
  <Slides>8</Slides>
  <Notes>6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Nunito</vt:lpstr>
      <vt:lpstr>Calibri</vt:lpstr>
      <vt:lpstr>Arial</vt:lpstr>
      <vt:lpstr>Shift</vt:lpstr>
      <vt:lpstr>PowerPoint Presentation</vt:lpstr>
      <vt:lpstr>PowerPoint Presentation</vt:lpstr>
      <vt:lpstr>ЗОРИЛГО. Монгол орны гадарга геологийн цаг хугацаанд хэрхэн өөрчлөгдөж байсныг тайлбарлах</vt:lpstr>
      <vt:lpstr>PowerPoint Presentation</vt:lpstr>
      <vt:lpstr>PowerPoint Presentation</vt:lpstr>
      <vt:lpstr>PowerPoint Presentation</vt:lpstr>
      <vt:lpstr>PowerPoint Presentation</vt:lpstr>
      <vt:lpstr>ГЭРИЙН ДААЛГАВАР: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delgerjargal deleg</cp:lastModifiedBy>
  <cp:revision>4</cp:revision>
  <dcterms:modified xsi:type="dcterms:W3CDTF">2025-12-05T04:21:58Z</dcterms:modified>
</cp:coreProperties>
</file>